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r:id="rId1"/>
  </p:sldMasterIdLst>
  <p:sldIdLst>
    <p:sldId id="256" r:id="rId2"/>
    <p:sldId id="257" r:id="rId3"/>
    <p:sldId id="258" r:id="rId4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 dirty="0"/>
              <a:t>Body</a:t>
            </a:r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Requirements ↔ Test Traceability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/>
              <a:t>RubricGuidedEssayExam</a:t>
            </a:r>
          </a:p>
          <a:p>
            <a:pPr lvl="0"/>
            <a:r>
              <a:rPr lang="en-US"/>
              <a:t>SRS v1.1 → pytest mapping</a:t>
            </a:r>
          </a:p>
          <a:p>
            <a:pPr lvl="0"/>
            <a:r>
              <a:rPr lang="en-US"/>
              <a:t>github.com/ALGeek01/RubricGuidedEssayExam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Covered in tests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/>
              <a:t>Exam start → question → answer → results (MOCK_LLM)</a:t>
            </a:r>
          </a:p>
          <a:p>
            <a:pPr lvl="0"/>
            <a:r>
              <a:rPr lang="en-US"/>
              <a:t>Two-question flow</a:t>
            </a:r>
          </a:p>
          <a:p>
            <a:pPr lvl="0"/>
            <a:r>
              <a:rPr lang="en-US"/>
              <a:t>404 missing exam / professor detail</a:t>
            </a:r>
          </a:p>
          <a:p>
            <a:pPr lvl="0"/>
            <a:r>
              <a:rPr lang="en-US"/>
              <a:t>Professor dashboard + detail (smoke)</a:t>
            </a:r>
          </a:p>
          <a:p>
            <a:pPr lvl="0"/>
            <a:r>
              <a:rPr lang="en-US"/>
              <a:t>Reject duplicate POST /answer (400)</a:t>
            </a:r>
          </a:p>
          <a:p>
            <a:pPr lvl="0"/>
            <a:r>
              <a:rPr lang="en-US"/>
              <a:t>Invalid education level / blank student id</a:t>
            </a:r>
          </a:p>
          <a:p>
            <a:pPr lvl="0"/>
            <a:r>
              <a:rPr lang="en-US"/>
              <a:t>404 HTML without Python traceback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Major gaps vs SRS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/>
              <a:t>FR-GEN-1 LLM Python + sandbox</a:t>
            </a:r>
          </a:p>
          <a:p>
            <a:pPr lvl="0"/>
            <a:r>
              <a:rPr lang="en-US"/>
              <a:t>FR-SEC-1 / FR-SEC-2</a:t>
            </a:r>
          </a:p>
          <a:p>
            <a:pPr lvl="0"/>
            <a:r>
              <a:rPr lang="en-US"/>
              <a:t>FR-STU-3/4/5 length, autosave, timers</a:t>
            </a:r>
          </a:p>
          <a:p>
            <a:pPr lvl="0"/>
            <a:r>
              <a:rPr lang="en-US"/>
              <a:t>FR-GRADE schema, FR-FU, FR-DB retention</a:t>
            </a:r>
          </a:p>
          <a:p>
            <a:pPr lvl="0"/>
            <a:r>
              <a:rPr lang="en-US"/>
              <a:t>FR-FINAL schemes, FR-DISP disputes, FR-REVIEW-3 export</a:t>
            </a:r>
          </a:p>
          <a:p>
            <a:pPr lvl="0"/>
            <a:r>
              <a:rPr lang="en-US"/>
              <a:t>NFR-PERF, REL, AUDIT, WCAG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0</TotalTime>
  <Words>0</Words>
  <Application>Python stdlib 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Test Traceability</dc:title>
  <dc:creator>RubricGuidedEssayExam docs</dc:creator>
</cp:coreProperties>
</file>